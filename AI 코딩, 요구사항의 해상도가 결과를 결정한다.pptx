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9" r:id="rId8"/>
    <p:sldId id="266" r:id="rId9"/>
    <p:sldId id="265" r:id="rId10"/>
    <p:sldId id="267" r:id="rId11"/>
    <p:sldId id="271" r:id="rId12"/>
    <p:sldId id="268" r:id="rId13"/>
    <p:sldId id="270" r:id="rId14"/>
    <p:sldId id="272" r:id="rId15"/>
    <p:sldId id="273" r:id="rId1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475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F0D18"/>
    <a:srgbClr val="1010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 varScale="1">
        <p:scale>
          <a:sx n="82" d="100"/>
          <a:sy n="82" d="100"/>
        </p:scale>
        <p:origin x="96" y="222"/>
      </p:cViewPr>
      <p:guideLst>
        <p:guide orient="horz" pos="3475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908EAF-6E43-06BB-4501-2AD4B53882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B5F77B2-7768-E83A-782D-591D0C4799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833CBA5-73DC-8D3B-FEE6-6BE9A7A7F3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D1341-4914-42A8-932D-6C23BACD3A09}" type="datetimeFigureOut">
              <a:rPr lang="ko-KR" altLang="en-US" smtClean="0"/>
              <a:t>2026-02-23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D686C3B-62E0-D1A1-5146-07FC1E0123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D03D5F5-D628-F8A4-18D3-23EC23972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91326-0B95-4F32-A6D3-2AC3F85348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5416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0BEE89-3B57-204E-39E5-A1A5AB029F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CFAF19C-70BC-14A4-1EB3-40DE4BCC23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66D4415-6A81-B9BB-B2C4-C0498B5EB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D1341-4914-42A8-932D-6C23BACD3A09}" type="datetimeFigureOut">
              <a:rPr lang="ko-KR" altLang="en-US" smtClean="0"/>
              <a:t>2026-02-23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0CED2CD-E607-0BDA-6409-C59C9B2AA7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7BC1971-3A9C-21FE-7393-D36E0A70D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91326-0B95-4F32-A6D3-2AC3F85348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36532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D7B8EE-3DFC-1ED3-6AED-A1F215A32F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2073978-7AD4-FAD5-F372-180F1274DC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65C538C-CFB6-5774-005F-623A4B3945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D1341-4914-42A8-932D-6C23BACD3A09}" type="datetimeFigureOut">
              <a:rPr lang="ko-KR" altLang="en-US" smtClean="0"/>
              <a:t>2026-02-23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ECF5FFB-9AE0-328C-0EBC-5750BEEAB2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0E08FE3-0D59-F512-9C1B-97F386BD6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91326-0B95-4F32-A6D3-2AC3F85348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54241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353AA4-1724-AC6C-5A11-DEE2DE3B6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7342D35-6FDB-7E85-AAC6-94780E199B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588BE6F-82AC-4DA4-5865-A8A44C8EFD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C88BDD3-33B0-7756-AB14-0891969905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D1341-4914-42A8-932D-6C23BACD3A09}" type="datetimeFigureOut">
              <a:rPr lang="ko-KR" altLang="en-US" smtClean="0"/>
              <a:t>2026-02-23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677E4BF-38D9-2D92-8A0D-73BD63BC8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D3A37AE-80E8-C387-B27C-1F41FB81E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91326-0B95-4F32-A6D3-2AC3F85348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35202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2942C6-5EFB-2BC2-16D1-7B9BC8E0EB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08C111C-B17E-7C68-C650-CF9FA274EA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9831FFA-272B-A617-9132-550540DAEA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2F3D1FC-C3B1-FA53-23C6-CDBFF57738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8C4A85C-F240-E009-CEA3-DCC6CDCEFC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26BB2D8-5C84-E5DA-7D92-33E7147A89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D1341-4914-42A8-932D-6C23BACD3A09}" type="datetimeFigureOut">
              <a:rPr lang="ko-KR" altLang="en-US" smtClean="0"/>
              <a:t>2026-02-23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FB1C5D6-3F57-C7A5-235C-8A70626A0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10E991F-F2B5-AA18-3ED3-A76C85A8D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91326-0B95-4F32-A6D3-2AC3F85348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29745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D7DD9A-B77D-05F4-CD01-10A3C263B4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2249DBF-D5AE-84C7-9783-5C595D0155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D1341-4914-42A8-932D-6C23BACD3A09}" type="datetimeFigureOut">
              <a:rPr lang="ko-KR" altLang="en-US" smtClean="0"/>
              <a:t>2026-02-23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A4654EE-60D0-ECE9-1B98-AFD082792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7912B53-2F28-B8C7-1DB3-BC3DB3545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91326-0B95-4F32-A6D3-2AC3F85348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851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20D2941-8480-A9BA-E780-D4EAC85C3A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D1341-4914-42A8-932D-6C23BACD3A09}" type="datetimeFigureOut">
              <a:rPr lang="ko-KR" altLang="en-US" smtClean="0"/>
              <a:t>2026-02-23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2EC63AA-5394-8FFC-4921-09EF844AA6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EAD69B6-1964-F965-04C8-56034E889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91326-0B95-4F32-A6D3-2AC3F85348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09788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9954F0-B2F5-5787-8C83-2F3342210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4D4A75E-7C22-096F-CDF1-389C64B616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D346723-E860-187D-C005-FE71592A58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AC952D5-9E16-9AA6-05BD-4E43D0A93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D1341-4914-42A8-932D-6C23BACD3A09}" type="datetimeFigureOut">
              <a:rPr lang="ko-KR" altLang="en-US" smtClean="0"/>
              <a:t>2026-02-23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906B776-7074-1244-6D54-D760D4B1B0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8CDD434-5461-27D3-2479-F330221F8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91326-0B95-4F32-A6D3-2AC3F85348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81867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A6C1F7-7517-ED89-EF06-A4EE423A82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B3B207F-0642-5E39-2B2B-F529F41B74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14FF741-FE4A-5DC9-F82C-9973CDD6BE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D0F448C-14CD-303F-B93D-D9BA0007A7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D1341-4914-42A8-932D-6C23BACD3A09}" type="datetimeFigureOut">
              <a:rPr lang="ko-KR" altLang="en-US" smtClean="0"/>
              <a:t>2026-02-23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602C93C-E14D-A6BF-4A7A-FFC99CC03A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B864923-9DB3-02BC-2CB4-3FA3B99C2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91326-0B95-4F32-A6D3-2AC3F85348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81095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1A4776-B06E-1932-5BD6-67FAEBEC7F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7CCDB29-5F61-06C0-7CD7-BA3E2AF26B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91B9B54-E110-8F5B-B853-A76CC2CBA3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D1341-4914-42A8-932D-6C23BACD3A09}" type="datetimeFigureOut">
              <a:rPr lang="ko-KR" altLang="en-US" smtClean="0"/>
              <a:t>2026-02-23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0247F9B-27EA-6755-2B7C-32DD3CC3E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5411316-A323-C12D-D77E-296BA1CBC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91326-0B95-4F32-A6D3-2AC3F85348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14257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C227FBF-72F4-CFD2-576B-B2213685D6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6DEF7A9-7775-7051-7B32-74C64B8D6A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3D9C510-376D-BC6E-135E-051A610E27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D1341-4914-42A8-932D-6C23BACD3A09}" type="datetimeFigureOut">
              <a:rPr lang="ko-KR" altLang="en-US" smtClean="0"/>
              <a:t>2026-02-23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5C05E74-167A-9DF5-9F7D-A2B0BC534A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D04932A-0AA7-41ED-A49D-F17CED352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91326-0B95-4F32-A6D3-2AC3F85348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86485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37B5E91-B3F4-C4AD-6B98-7CE50AE2F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9515266-51D4-E0BD-6378-DC0122F82F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10E59BF-65BA-FF29-6865-17940C065A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CD1341-4914-42A8-932D-6C23BACD3A09}" type="datetimeFigureOut">
              <a:rPr lang="ko-KR" altLang="en-US" smtClean="0"/>
              <a:t>2026-02-23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398C34D-43E7-1AC2-D538-E8DAEF7A9D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5F63A85-5FA0-6402-F50B-D1DA76F3F4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391326-0B95-4F32-A6D3-2AC3F85348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9815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hyperlink" Target="&#49324;&#47168;%201%20&#47196;&#44536;&#51064;%20&#54168;&#51060;&#51648;/index.html" TargetMode="Externa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package" Target="../embeddings/Microsoft_Excel_Worksheet.xlsx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https://junghyri0810.github.io/idol-lifecut/" TargetMode="Externa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444E41-3CD0-1168-6ECD-B48E586422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190939"/>
            <a:ext cx="9144000" cy="1319024"/>
          </a:xfrm>
        </p:spPr>
        <p:txBody>
          <a:bodyPr>
            <a:normAutofit/>
          </a:bodyPr>
          <a:lstStyle/>
          <a:p>
            <a:r>
              <a:rPr lang="en-US" altLang="ko-KR" sz="4000" dirty="0"/>
              <a:t>AI </a:t>
            </a:r>
            <a:r>
              <a:rPr lang="ko-KR" altLang="en-US" sz="4000" dirty="0"/>
              <a:t>코딩</a:t>
            </a:r>
            <a:r>
              <a:rPr lang="en-US" altLang="ko-KR" sz="4000" dirty="0"/>
              <a:t>,</a:t>
            </a:r>
            <a:r>
              <a:rPr lang="ko-KR" altLang="en-US" sz="4000" dirty="0"/>
              <a:t> </a:t>
            </a:r>
            <a:br>
              <a:rPr lang="en-US" altLang="ko-KR" sz="4000" dirty="0"/>
            </a:br>
            <a:r>
              <a:rPr lang="ko-KR" altLang="en-US" sz="4000" dirty="0"/>
              <a:t>요구사항의 해상도가 결과를 결정한다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32E9E75-9984-87EA-9C85-781B9174972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altLang="ko-KR" sz="2000" dirty="0"/>
              <a:t>AI</a:t>
            </a:r>
            <a:r>
              <a:rPr lang="ko-KR" altLang="en-US" sz="2000" dirty="0"/>
              <a:t>에 </a:t>
            </a:r>
            <a:r>
              <a:rPr lang="ko-KR" altLang="en-US" sz="2000" dirty="0" err="1"/>
              <a:t>끌려다니는</a:t>
            </a:r>
            <a:r>
              <a:rPr lang="ko-KR" altLang="en-US" sz="2000" dirty="0"/>
              <a:t> 구조적 이유와 해결 전략</a:t>
            </a:r>
          </a:p>
        </p:txBody>
      </p:sp>
    </p:spTree>
    <p:extLst>
      <p:ext uri="{BB962C8B-B14F-4D97-AF65-F5344CB8AC3E}">
        <p14:creationId xmlns:p14="http://schemas.microsoft.com/office/powerpoint/2010/main" val="37324072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C9EBC6-8E5D-346E-2C1C-C12FC20FB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왜 </a:t>
            </a:r>
            <a:r>
              <a:rPr lang="en-US" altLang="ko-KR" dirty="0"/>
              <a:t>AI </a:t>
            </a:r>
            <a:r>
              <a:rPr lang="ko-KR" altLang="en-US" dirty="0"/>
              <a:t>코딩을 하려고 하는가</a:t>
            </a:r>
            <a:r>
              <a:rPr lang="en-US" altLang="ko-KR" dirty="0"/>
              <a:t>? </a:t>
            </a:r>
            <a:r>
              <a:rPr lang="ko-KR" altLang="en-US" dirty="0"/>
              <a:t> </a:t>
            </a:r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1C7BDFBE-7769-E77A-BDEB-25736646D7A3}"/>
              </a:ext>
            </a:extLst>
          </p:cNvPr>
          <p:cNvSpPr/>
          <p:nvPr/>
        </p:nvSpPr>
        <p:spPr>
          <a:xfrm>
            <a:off x="1095469" y="2670772"/>
            <a:ext cx="2888056" cy="288805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2188D872-8E4C-AA23-93ED-6D8F1DF5E60C}"/>
              </a:ext>
            </a:extLst>
          </p:cNvPr>
          <p:cNvSpPr/>
          <p:nvPr/>
        </p:nvSpPr>
        <p:spPr>
          <a:xfrm>
            <a:off x="4651972" y="2670772"/>
            <a:ext cx="2888056" cy="288805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58B188B0-B367-F060-FCCB-0C42BB863003}"/>
              </a:ext>
            </a:extLst>
          </p:cNvPr>
          <p:cNvSpPr/>
          <p:nvPr/>
        </p:nvSpPr>
        <p:spPr>
          <a:xfrm>
            <a:off x="8208475" y="2670772"/>
            <a:ext cx="2888056" cy="288805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DD2EAFE-1EDF-5FD8-E93D-8100E34D1DE5}"/>
              </a:ext>
            </a:extLst>
          </p:cNvPr>
          <p:cNvSpPr txBox="1"/>
          <p:nvPr/>
        </p:nvSpPr>
        <p:spPr>
          <a:xfrm>
            <a:off x="1638677" y="3930134"/>
            <a:ext cx="24256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</a:rPr>
              <a:t>아이디어 </a:t>
            </a:r>
            <a:r>
              <a:rPr lang="ko-KR" altLang="en-US" dirty="0" err="1">
                <a:solidFill>
                  <a:schemeClr val="bg1"/>
                </a:solidFill>
              </a:rPr>
              <a:t>실현력</a:t>
            </a:r>
            <a:r>
              <a:rPr lang="ko-KR" altLang="en-US" dirty="0">
                <a:solidFill>
                  <a:schemeClr val="bg1"/>
                </a:solidFill>
              </a:rPr>
              <a:t> 확보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3B878CB-A121-983B-FCE9-959A8F2D7FCB}"/>
              </a:ext>
            </a:extLst>
          </p:cNvPr>
          <p:cNvSpPr txBox="1"/>
          <p:nvPr/>
        </p:nvSpPr>
        <p:spPr>
          <a:xfrm>
            <a:off x="4950858" y="3930134"/>
            <a:ext cx="25891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</a:rPr>
              <a:t>설계 언어화 능력 강화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D0FA244-2ED6-CABE-3134-3DE8AC6FEA68}"/>
              </a:ext>
            </a:extLst>
          </p:cNvPr>
          <p:cNvSpPr txBox="1"/>
          <p:nvPr/>
        </p:nvSpPr>
        <p:spPr>
          <a:xfrm>
            <a:off x="8629626" y="3930134"/>
            <a:ext cx="20457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</a:rPr>
              <a:t>협업 정밀도 향상 </a:t>
            </a:r>
          </a:p>
        </p:txBody>
      </p:sp>
    </p:spTree>
    <p:extLst>
      <p:ext uri="{BB962C8B-B14F-4D97-AF65-F5344CB8AC3E}">
        <p14:creationId xmlns:p14="http://schemas.microsoft.com/office/powerpoint/2010/main" val="20254852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83D29F-C0B0-1D24-C956-2CD6873B4B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AI </a:t>
            </a:r>
            <a:r>
              <a:rPr lang="ko-KR" altLang="en-US" dirty="0"/>
              <a:t>코딩으로 기대한 것들</a:t>
            </a:r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E67E149D-0968-6F8C-D7E8-D32710A7CEBC}"/>
              </a:ext>
            </a:extLst>
          </p:cNvPr>
          <p:cNvSpPr/>
          <p:nvPr/>
        </p:nvSpPr>
        <p:spPr>
          <a:xfrm>
            <a:off x="1095469" y="2670772"/>
            <a:ext cx="2888056" cy="288805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EB38F4AB-FF20-F3AF-42DF-CBFB6C53B305}"/>
              </a:ext>
            </a:extLst>
          </p:cNvPr>
          <p:cNvSpPr/>
          <p:nvPr/>
        </p:nvSpPr>
        <p:spPr>
          <a:xfrm>
            <a:off x="4651972" y="2670772"/>
            <a:ext cx="2888056" cy="288805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AB3DD469-89EB-67EC-134C-A4E8F066011B}"/>
              </a:ext>
            </a:extLst>
          </p:cNvPr>
          <p:cNvSpPr/>
          <p:nvPr/>
        </p:nvSpPr>
        <p:spPr>
          <a:xfrm>
            <a:off x="8208475" y="2670772"/>
            <a:ext cx="2888056" cy="288805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CEFDC3E-9E9B-0114-54F7-EB9ACD4A3C8E}"/>
              </a:ext>
            </a:extLst>
          </p:cNvPr>
          <p:cNvSpPr txBox="1"/>
          <p:nvPr/>
        </p:nvSpPr>
        <p:spPr>
          <a:xfrm>
            <a:off x="1638677" y="3930134"/>
            <a:ext cx="19639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</a:rPr>
              <a:t>협업을 위한 이해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5E87721-6B4D-44C0-7849-2AFA02009757}"/>
              </a:ext>
            </a:extLst>
          </p:cNvPr>
          <p:cNvSpPr txBox="1"/>
          <p:nvPr/>
        </p:nvSpPr>
        <p:spPr>
          <a:xfrm>
            <a:off x="5205743" y="3930134"/>
            <a:ext cx="18822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</a:rPr>
              <a:t>확실한 프롬프트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E99C7B5-8826-E566-35C6-100344F9A9B9}"/>
              </a:ext>
            </a:extLst>
          </p:cNvPr>
          <p:cNvSpPr txBox="1"/>
          <p:nvPr/>
        </p:nvSpPr>
        <p:spPr>
          <a:xfrm>
            <a:off x="8711379" y="3930134"/>
            <a:ext cx="16514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</a:rPr>
              <a:t>아이디어 실현</a:t>
            </a:r>
          </a:p>
        </p:txBody>
      </p:sp>
    </p:spTree>
    <p:extLst>
      <p:ext uri="{BB962C8B-B14F-4D97-AF65-F5344CB8AC3E}">
        <p14:creationId xmlns:p14="http://schemas.microsoft.com/office/powerpoint/2010/main" val="39957107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FA49BB-27CD-ECCE-31FB-710CC77C0A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717780-D6AD-2AF3-2876-B70AE072A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하지만 현실은</a:t>
            </a:r>
            <a:r>
              <a:rPr lang="en-US" altLang="ko-KR" dirty="0"/>
              <a:t>? </a:t>
            </a:r>
            <a:endParaRPr lang="ko-KR" altLang="en-US" dirty="0"/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95516418-114B-1FEA-5930-EB8927DCE277}"/>
              </a:ext>
            </a:extLst>
          </p:cNvPr>
          <p:cNvSpPr/>
          <p:nvPr/>
        </p:nvSpPr>
        <p:spPr>
          <a:xfrm>
            <a:off x="1095469" y="2670772"/>
            <a:ext cx="2888056" cy="288805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DE25F2F3-5B91-1255-CBBC-1838E41B9596}"/>
              </a:ext>
            </a:extLst>
          </p:cNvPr>
          <p:cNvSpPr/>
          <p:nvPr/>
        </p:nvSpPr>
        <p:spPr>
          <a:xfrm>
            <a:off x="4651972" y="2670772"/>
            <a:ext cx="2888056" cy="288805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597391F5-BFAD-A014-0841-F287F870C430}"/>
              </a:ext>
            </a:extLst>
          </p:cNvPr>
          <p:cNvSpPr/>
          <p:nvPr/>
        </p:nvSpPr>
        <p:spPr>
          <a:xfrm>
            <a:off x="8208475" y="2670772"/>
            <a:ext cx="2888056" cy="288805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0A82804-DFBE-9EB4-1453-2CECBF633242}"/>
              </a:ext>
            </a:extLst>
          </p:cNvPr>
          <p:cNvSpPr txBox="1"/>
          <p:nvPr/>
        </p:nvSpPr>
        <p:spPr>
          <a:xfrm>
            <a:off x="1638677" y="3930134"/>
            <a:ext cx="209704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AI</a:t>
            </a:r>
            <a:r>
              <a:rPr lang="ko-KR" altLang="en-US" dirty="0">
                <a:solidFill>
                  <a:schemeClr val="bg1"/>
                </a:solidFill>
              </a:rPr>
              <a:t>에게 </a:t>
            </a:r>
            <a:r>
              <a:rPr lang="ko-KR" altLang="en-US" dirty="0" err="1">
                <a:solidFill>
                  <a:schemeClr val="bg1"/>
                </a:solidFill>
              </a:rPr>
              <a:t>끌려다니는</a:t>
            </a:r>
            <a:endParaRPr lang="en-US" altLang="ko-KR" dirty="0">
              <a:solidFill>
                <a:schemeClr val="bg1"/>
              </a:solidFill>
            </a:endParaRPr>
          </a:p>
          <a:p>
            <a:r>
              <a:rPr lang="ko-KR" altLang="en-US" dirty="0">
                <a:solidFill>
                  <a:schemeClr val="bg1"/>
                </a:solidFill>
              </a:rPr>
              <a:t>상황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0922C3A-92CE-770C-9A72-9349994E3A92}"/>
              </a:ext>
            </a:extLst>
          </p:cNvPr>
          <p:cNvSpPr txBox="1"/>
          <p:nvPr/>
        </p:nvSpPr>
        <p:spPr>
          <a:xfrm>
            <a:off x="5501125" y="3930134"/>
            <a:ext cx="1189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</a:rPr>
              <a:t>기능 누락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2043F84-29FF-BB28-F813-EEE9748FE2AA}"/>
              </a:ext>
            </a:extLst>
          </p:cNvPr>
          <p:cNvSpPr txBox="1"/>
          <p:nvPr/>
        </p:nvSpPr>
        <p:spPr>
          <a:xfrm>
            <a:off x="8942212" y="3930134"/>
            <a:ext cx="173316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</a:rPr>
              <a:t>생각과는 다른 </a:t>
            </a:r>
            <a:endParaRPr lang="en-US" altLang="ko-KR" dirty="0">
              <a:solidFill>
                <a:schemeClr val="bg1"/>
              </a:solidFill>
            </a:endParaRPr>
          </a:p>
          <a:p>
            <a:r>
              <a:rPr lang="ko-KR" altLang="en-US" dirty="0">
                <a:solidFill>
                  <a:schemeClr val="bg1"/>
                </a:solidFill>
              </a:rPr>
              <a:t>결과물</a:t>
            </a:r>
          </a:p>
        </p:txBody>
      </p:sp>
    </p:spTree>
    <p:extLst>
      <p:ext uri="{BB962C8B-B14F-4D97-AF65-F5344CB8AC3E}">
        <p14:creationId xmlns:p14="http://schemas.microsoft.com/office/powerpoint/2010/main" val="19177735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E08C95-277E-EDC4-CA2E-BE17DB6A25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5F2746-8886-66C4-A20C-C2877C2654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ko-KR" altLang="en-US" dirty="0"/>
              <a:t>사례 </a:t>
            </a:r>
            <a:r>
              <a:rPr lang="en-US" altLang="ko-KR" dirty="0"/>
              <a:t>-1 </a:t>
            </a:r>
            <a:r>
              <a:rPr lang="ko-KR" altLang="en-US" dirty="0"/>
              <a:t>로그인 페이지 </a:t>
            </a:r>
          </a:p>
        </p:txBody>
      </p:sp>
      <p:pic>
        <p:nvPicPr>
          <p:cNvPr id="4" name="그림 3" descr="스크린샷, 텍스트, 멀티미디어 소프트웨어, 디자인이(가) 표시된 사진&#10;&#10;AI 생성 콘텐츠는 정확하지 않을 수 있습니다.">
            <a:hlinkClick r:id="rId2" action="ppaction://hlinkfile"/>
            <a:extLst>
              <a:ext uri="{FF2B5EF4-FFF2-40B4-BE49-F238E27FC236}">
                <a16:creationId xmlns:a16="http://schemas.microsoft.com/office/drawing/2014/main" id="{8FD65B01-A096-F742-C023-5E844F8C2B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503" r="29674"/>
          <a:stretch>
            <a:fillRect/>
          </a:stretch>
        </p:blipFill>
        <p:spPr>
          <a:xfrm>
            <a:off x="217283" y="1144275"/>
            <a:ext cx="5314384" cy="577931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5A6E8D2-B074-175D-4DC4-20C87EAA4EAA}"/>
              </a:ext>
            </a:extLst>
          </p:cNvPr>
          <p:cNvSpPr txBox="1"/>
          <p:nvPr/>
        </p:nvSpPr>
        <p:spPr>
          <a:xfrm>
            <a:off x="5984509" y="3230826"/>
            <a:ext cx="609437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C:\Users\</a:t>
            </a:r>
            <a:r>
              <a:rPr lang="ko-KR" altLang="en-US" dirty="0"/>
              <a:t>정혜리</a:t>
            </a:r>
            <a:r>
              <a:rPr lang="en-US" altLang="ko-KR" dirty="0"/>
              <a:t>\Desktop\AI </a:t>
            </a:r>
            <a:r>
              <a:rPr lang="ko-KR" altLang="en-US" dirty="0"/>
              <a:t>코딩</a:t>
            </a:r>
            <a:r>
              <a:rPr lang="en-US" altLang="ko-KR" dirty="0"/>
              <a:t>\</a:t>
            </a:r>
            <a:r>
              <a:rPr lang="ko-KR" altLang="en-US" dirty="0"/>
              <a:t>사례 </a:t>
            </a:r>
            <a:r>
              <a:rPr lang="en-US" altLang="ko-KR" dirty="0"/>
              <a:t>1 </a:t>
            </a:r>
            <a:r>
              <a:rPr lang="ko-KR" altLang="en-US" dirty="0"/>
              <a:t>로그인 페이지</a:t>
            </a:r>
            <a:r>
              <a:rPr lang="en-US" altLang="ko-KR" dirty="0"/>
              <a:t>\index.html</a:t>
            </a:r>
          </a:p>
          <a:p>
            <a:endParaRPr lang="en-US" altLang="ko-KR" dirty="0"/>
          </a:p>
          <a:p>
            <a:r>
              <a:rPr lang="ko-KR" altLang="en-US" dirty="0"/>
              <a:t>작동 필요</a:t>
            </a:r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6F2D7E-7241-690E-3F18-26398DFFFCC8}"/>
              </a:ext>
            </a:extLst>
          </p:cNvPr>
          <p:cNvSpPr txBox="1"/>
          <p:nvPr/>
        </p:nvSpPr>
        <p:spPr>
          <a:xfrm>
            <a:off x="5984509" y="1886659"/>
            <a:ext cx="609437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단순히 </a:t>
            </a:r>
            <a:r>
              <a:rPr lang="ko-KR" altLang="en-US" dirty="0" err="1"/>
              <a:t>클로드에게</a:t>
            </a:r>
            <a:r>
              <a:rPr lang="ko-KR" altLang="en-US" dirty="0"/>
              <a:t> </a:t>
            </a:r>
            <a:endParaRPr lang="en-US" altLang="ko-KR" dirty="0"/>
          </a:p>
          <a:p>
            <a:r>
              <a:rPr lang="en-US" altLang="ko-KR" dirty="0"/>
              <a:t>“</a:t>
            </a:r>
            <a:r>
              <a:rPr lang="ko-KR" altLang="en-US" dirty="0"/>
              <a:t>로드인 페이지 만들어줘</a:t>
            </a:r>
            <a:r>
              <a:rPr lang="en-US" altLang="ko-KR" dirty="0"/>
              <a:t>“ </a:t>
            </a:r>
          </a:p>
          <a:p>
            <a:r>
              <a:rPr lang="ko-KR" altLang="en-US" dirty="0" err="1"/>
              <a:t>했을때</a:t>
            </a:r>
            <a:r>
              <a:rPr lang="ko-KR" altLang="en-US" dirty="0"/>
              <a:t> 만들 어준 결과물 </a:t>
            </a:r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061438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EF7BDE-8732-98A6-6612-714478808F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8057E3-65F7-A167-05EB-24FF179B99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사례 </a:t>
            </a:r>
            <a:r>
              <a:rPr lang="en-US" altLang="ko-KR" dirty="0"/>
              <a:t>-1 </a:t>
            </a:r>
            <a:r>
              <a:rPr lang="ko-KR" altLang="en-US" dirty="0"/>
              <a:t>로그인 페이지 누락된 기능들  </a:t>
            </a:r>
          </a:p>
        </p:txBody>
      </p:sp>
      <p:pic>
        <p:nvPicPr>
          <p:cNvPr id="4" name="그림 3" descr="텍스트, 스크린샷, 멀티미디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52D2C4B-5BDB-1B4C-F6C0-5726B32A7F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5870" y="1562999"/>
            <a:ext cx="2974925" cy="492987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41890E0-4D6D-0BC2-4443-959C2ABA3FA8}"/>
              </a:ext>
            </a:extLst>
          </p:cNvPr>
          <p:cNvSpPr txBox="1"/>
          <p:nvPr/>
        </p:nvSpPr>
        <p:spPr>
          <a:xfrm>
            <a:off x="5984509" y="1886659"/>
            <a:ext cx="6094378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dirty="0"/>
              <a:t>아이디 </a:t>
            </a:r>
            <a:r>
              <a:rPr lang="en-US" altLang="ko-KR" dirty="0"/>
              <a:t>– </a:t>
            </a:r>
            <a:r>
              <a:rPr lang="ko-KR" altLang="en-US" dirty="0"/>
              <a:t>이메일이 아닌 아이디로 작업 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비밀번호 </a:t>
            </a:r>
            <a:r>
              <a:rPr lang="en-US" altLang="ko-KR" dirty="0"/>
              <a:t>– </a:t>
            </a:r>
            <a:r>
              <a:rPr lang="ko-KR" altLang="en-US" dirty="0"/>
              <a:t>글자수 제한 등이 없음 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자동 로그인 기능 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아이디 찾기  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아이디 저장 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간편인증 </a:t>
            </a:r>
            <a:r>
              <a:rPr lang="en-US" altLang="ko-KR" dirty="0"/>
              <a:t>– </a:t>
            </a:r>
            <a:r>
              <a:rPr lang="ko-KR" altLang="en-US" dirty="0"/>
              <a:t>네이버 누락 </a:t>
            </a:r>
            <a:endParaRPr lang="en-US" altLang="ko-KR" dirty="0"/>
          </a:p>
          <a:p>
            <a:pPr marL="342900" indent="-342900">
              <a:buAutoNum type="arabicPeriod"/>
            </a:pPr>
            <a:endParaRPr lang="en-US" altLang="ko-KR" dirty="0"/>
          </a:p>
          <a:p>
            <a:pPr marL="342900" indent="-342900">
              <a:buAutoNum type="arabicPeriod"/>
            </a:pPr>
            <a:endParaRPr lang="en-US" altLang="ko-KR" dirty="0"/>
          </a:p>
          <a:p>
            <a:pPr marL="342900" indent="-342900">
              <a:buAutoNum type="arabicPeriod"/>
            </a:pPr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351601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17CFAD-F86E-8482-F11E-8F8102AAEF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27E18CC-71DA-6FC5-C349-74FCDC581E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사례 </a:t>
            </a:r>
            <a:r>
              <a:rPr lang="en-US" altLang="ko-KR" dirty="0"/>
              <a:t>-1 </a:t>
            </a:r>
            <a:r>
              <a:rPr lang="ko-KR" altLang="en-US" dirty="0"/>
              <a:t>기능 정의서를 새로 작성해서 만들어 달라고 한 로그인 페이지 </a:t>
            </a:r>
          </a:p>
        </p:txBody>
      </p:sp>
      <p:graphicFrame>
        <p:nvGraphicFramePr>
          <p:cNvPr id="3" name="개체 2">
            <a:extLst>
              <a:ext uri="{FF2B5EF4-FFF2-40B4-BE49-F238E27FC236}">
                <a16:creationId xmlns:a16="http://schemas.microsoft.com/office/drawing/2014/main" id="{1A321937-3294-B6AD-3DE7-1635F0E4BAA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9833823"/>
              </p:ext>
            </p:extLst>
          </p:nvPr>
        </p:nvGraphicFramePr>
        <p:xfrm>
          <a:off x="645168" y="2532661"/>
          <a:ext cx="12308590" cy="36781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24574500" imgH="7343775" progId="Excel.Sheet.12">
                  <p:embed/>
                </p:oleObj>
              </mc:Choice>
              <mc:Fallback>
                <p:oleObj name="Worksheet" r:id="rId2" imgW="24574500" imgH="7343775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45168" y="2532661"/>
                        <a:ext cx="12308590" cy="367815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A1A93D6C-7FDB-161D-FF54-DDA9ECD2E155}"/>
              </a:ext>
            </a:extLst>
          </p:cNvPr>
          <p:cNvSpPr txBox="1"/>
          <p:nvPr/>
        </p:nvSpPr>
        <p:spPr>
          <a:xfrm>
            <a:off x="959835" y="1742342"/>
            <a:ext cx="66450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누락된 기능들을 바탕으로 이미지와 같은 기능정의서 작성</a:t>
            </a:r>
          </a:p>
        </p:txBody>
      </p:sp>
    </p:spTree>
    <p:extLst>
      <p:ext uri="{BB962C8B-B14F-4D97-AF65-F5344CB8AC3E}">
        <p14:creationId xmlns:p14="http://schemas.microsoft.com/office/powerpoint/2010/main" val="31050010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87D93A-ED0F-3A5F-1394-CBE77A1ED8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111613-B9F8-0EEB-38E7-6FD82C6D06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사례 </a:t>
            </a:r>
            <a:r>
              <a:rPr lang="en-US" altLang="ko-KR" dirty="0"/>
              <a:t>-1 </a:t>
            </a:r>
            <a:r>
              <a:rPr lang="ko-KR" altLang="en-US" dirty="0"/>
              <a:t>기능 정의서를 새로 작성해서 만들어 달라고 한 로그인 페이지 </a:t>
            </a:r>
          </a:p>
        </p:txBody>
      </p:sp>
      <p:pic>
        <p:nvPicPr>
          <p:cNvPr id="5" name="그림 4" descr="텍스트, 스크린샷, 소프트웨어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C6FB44B-A116-C539-9ED6-6DEAD9E98B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1928" y="2269387"/>
            <a:ext cx="2294334" cy="394278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1A3565E-9489-6CBC-9B1E-02CAF8C0BAB6}"/>
              </a:ext>
            </a:extLst>
          </p:cNvPr>
          <p:cNvSpPr txBox="1"/>
          <p:nvPr/>
        </p:nvSpPr>
        <p:spPr>
          <a:xfrm>
            <a:off x="3590501" y="2269387"/>
            <a:ext cx="6097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C:\Users\정혜리\Desktop\AI 코딩\사례 1 로그인 페이지\</a:t>
            </a:r>
            <a:r>
              <a:rPr lang="ko-KR" altLang="en-US" dirty="0" err="1"/>
              <a:t>로그인페이지</a:t>
            </a:r>
            <a:r>
              <a:rPr lang="ko-KR" altLang="en-US" dirty="0"/>
              <a:t> </a:t>
            </a:r>
            <a:r>
              <a:rPr lang="ko-KR" altLang="en-US" dirty="0" err="1"/>
              <a:t>디베롧</a:t>
            </a:r>
            <a:r>
              <a:rPr lang="en-US" altLang="ko-KR" dirty="0"/>
              <a:t>\index.html </a:t>
            </a:r>
            <a:r>
              <a:rPr lang="ko-KR" altLang="en-US" dirty="0"/>
              <a:t>작동 필요 </a:t>
            </a:r>
            <a:r>
              <a:rPr lang="en-US" altLang="ko-KR" dirty="0"/>
              <a:t>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221966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7959FC-DD03-9516-021C-B23606CE0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0B77E0-07D4-71E5-F12C-BB1BEAC65A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ko-KR" altLang="en-US" dirty="0"/>
              <a:t>사례 </a:t>
            </a:r>
            <a:r>
              <a:rPr lang="en-US" altLang="ko-KR" dirty="0"/>
              <a:t>-2</a:t>
            </a:r>
            <a:r>
              <a:rPr lang="ko-KR" altLang="en-US" dirty="0"/>
              <a:t> 크리에이티브 코딩 </a:t>
            </a:r>
          </a:p>
        </p:txBody>
      </p:sp>
      <p:pic>
        <p:nvPicPr>
          <p:cNvPr id="4" name="그림 3" descr="스크린샷, 예술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A01BF51-9C6A-F2D2-E7CD-934F8A6A24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9195" y="1848726"/>
            <a:ext cx="5123892" cy="4207036"/>
          </a:xfrm>
          <a:prstGeom prst="rect">
            <a:avLst/>
          </a:prstGeom>
        </p:spPr>
      </p:pic>
      <p:pic>
        <p:nvPicPr>
          <p:cNvPr id="6" name="그림 5" descr="우주, 어둠, 별자리, 대기권 밖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A6D8FB5-7D06-A871-6CE7-2ED02FD21A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795" y="1848726"/>
            <a:ext cx="6082854" cy="4207036"/>
          </a:xfrm>
          <a:prstGeom prst="rect">
            <a:avLst/>
          </a:prstGeom>
        </p:spPr>
      </p:pic>
      <p:sp>
        <p:nvSpPr>
          <p:cNvPr id="7" name="제목 1">
            <a:extLst>
              <a:ext uri="{FF2B5EF4-FFF2-40B4-BE49-F238E27FC236}">
                <a16:creationId xmlns:a16="http://schemas.microsoft.com/office/drawing/2014/main" id="{80C7060F-B1D2-1FC6-7DF8-7F36638A3C77}"/>
              </a:ext>
            </a:extLst>
          </p:cNvPr>
          <p:cNvSpPr txBox="1">
            <a:spLocks/>
          </p:cNvSpPr>
          <p:nvPr/>
        </p:nvSpPr>
        <p:spPr>
          <a:xfrm>
            <a:off x="164095" y="68829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2000" dirty="0"/>
              <a:t>단순하게 크리에이티브 코딩이 </a:t>
            </a:r>
            <a:r>
              <a:rPr lang="ko-KR" altLang="en-US" sz="2000" dirty="0" err="1"/>
              <a:t>뭔지</a:t>
            </a:r>
            <a:r>
              <a:rPr lang="ko-KR" altLang="en-US" sz="2000" dirty="0"/>
              <a:t> 물어보고 만들어준 예시들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86D4257-B182-AEC5-9F8D-876B39FEAC9E}"/>
              </a:ext>
            </a:extLst>
          </p:cNvPr>
          <p:cNvSpPr txBox="1"/>
          <p:nvPr/>
        </p:nvSpPr>
        <p:spPr>
          <a:xfrm>
            <a:off x="0" y="6055762"/>
            <a:ext cx="61835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C:\Users\</a:t>
            </a:r>
            <a:r>
              <a:rPr lang="ko-KR" altLang="en-US" dirty="0"/>
              <a:t>정혜리</a:t>
            </a:r>
            <a:r>
              <a:rPr lang="en-US" altLang="ko-KR" dirty="0"/>
              <a:t>\Desktop\AI </a:t>
            </a:r>
            <a:r>
              <a:rPr lang="ko-KR" altLang="en-US" dirty="0"/>
              <a:t>코딩</a:t>
            </a:r>
            <a:r>
              <a:rPr lang="en-US" altLang="ko-KR" dirty="0"/>
              <a:t>\</a:t>
            </a:r>
            <a:r>
              <a:rPr lang="ko-KR" altLang="en-US" dirty="0"/>
              <a:t>사례 </a:t>
            </a:r>
            <a:r>
              <a:rPr lang="en-US" altLang="ko-KR" dirty="0"/>
              <a:t>2 </a:t>
            </a:r>
            <a:r>
              <a:rPr lang="ko-KR" altLang="en-US" dirty="0"/>
              <a:t>크리에이티브 코딩</a:t>
            </a:r>
            <a:r>
              <a:rPr lang="en-US" altLang="ko-KR" dirty="0"/>
              <a:t>\01_particle_flow.html</a:t>
            </a:r>
            <a:r>
              <a:rPr lang="ko-KR" altLang="en-US" dirty="0"/>
              <a:t>작동 필요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9DCD6E3-238E-29C7-AC6E-0F4E387B150E}"/>
              </a:ext>
            </a:extLst>
          </p:cNvPr>
          <p:cNvSpPr txBox="1"/>
          <p:nvPr/>
        </p:nvSpPr>
        <p:spPr>
          <a:xfrm>
            <a:off x="6679195" y="6055762"/>
            <a:ext cx="61835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C:\Users\</a:t>
            </a:r>
            <a:r>
              <a:rPr lang="ko-KR" altLang="en-US" dirty="0"/>
              <a:t>정혜리</a:t>
            </a:r>
            <a:r>
              <a:rPr lang="en-US" altLang="ko-KR" dirty="0"/>
              <a:t>\Desktop\AI </a:t>
            </a:r>
            <a:r>
              <a:rPr lang="ko-KR" altLang="en-US" dirty="0"/>
              <a:t>코딩</a:t>
            </a:r>
            <a:r>
              <a:rPr lang="en-US" altLang="ko-KR" dirty="0"/>
              <a:t>\</a:t>
            </a:r>
            <a:r>
              <a:rPr lang="ko-KR" altLang="en-US" dirty="0"/>
              <a:t>사례 </a:t>
            </a:r>
            <a:r>
              <a:rPr lang="en-US" altLang="ko-KR" dirty="0"/>
              <a:t>2 </a:t>
            </a:r>
            <a:r>
              <a:rPr lang="ko-KR" altLang="en-US" dirty="0"/>
              <a:t>크리에이티브 코딩</a:t>
            </a:r>
            <a:r>
              <a:rPr lang="en-US" altLang="ko-KR" dirty="0"/>
              <a:t>\02_geometric_bloom.html </a:t>
            </a:r>
            <a:r>
              <a:rPr lang="ko-KR" altLang="en-US" dirty="0"/>
              <a:t>작동 필요</a:t>
            </a:r>
          </a:p>
        </p:txBody>
      </p:sp>
    </p:spTree>
    <p:extLst>
      <p:ext uri="{BB962C8B-B14F-4D97-AF65-F5344CB8AC3E}">
        <p14:creationId xmlns:p14="http://schemas.microsoft.com/office/powerpoint/2010/main" val="31674842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DD3380-09EE-1ED1-3159-E9E0E00C94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BB4A51-347F-17FC-A205-CF27B7F8DD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09" y="75414"/>
            <a:ext cx="10515600" cy="1325563"/>
          </a:xfrm>
        </p:spPr>
        <p:txBody>
          <a:bodyPr/>
          <a:lstStyle/>
          <a:p>
            <a:r>
              <a:rPr lang="ko-KR" altLang="en-US" dirty="0"/>
              <a:t>사례 </a:t>
            </a:r>
            <a:r>
              <a:rPr lang="en-US" altLang="ko-KR" dirty="0"/>
              <a:t>-2</a:t>
            </a:r>
            <a:r>
              <a:rPr lang="ko-KR" altLang="en-US" dirty="0"/>
              <a:t> 크리에이티브 코딩 </a:t>
            </a:r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5FEC5890-7678-B151-870D-ABF00FA6344C}"/>
              </a:ext>
            </a:extLst>
          </p:cNvPr>
          <p:cNvSpPr txBox="1">
            <a:spLocks/>
          </p:cNvSpPr>
          <p:nvPr/>
        </p:nvSpPr>
        <p:spPr>
          <a:xfrm>
            <a:off x="454937" y="1471815"/>
            <a:ext cx="498016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2000" dirty="0"/>
              <a:t>원 하는 느낌의 레퍼런스를 모아 전달</a:t>
            </a:r>
            <a:endParaRPr lang="en-US" altLang="ko-KR" sz="2000" dirty="0"/>
          </a:p>
          <a:p>
            <a:endParaRPr lang="en-US" altLang="ko-KR" sz="2000" dirty="0"/>
          </a:p>
          <a:p>
            <a:r>
              <a:rPr lang="en-US" altLang="ko-KR" sz="2000" dirty="0"/>
              <a:t>-</a:t>
            </a:r>
            <a:r>
              <a:rPr lang="ko-KR" altLang="en-US" sz="2000" dirty="0"/>
              <a:t>버블 느낌 </a:t>
            </a:r>
            <a:endParaRPr lang="en-US" altLang="ko-KR" sz="2000" dirty="0"/>
          </a:p>
          <a:p>
            <a:r>
              <a:rPr lang="en-US" altLang="ko-KR" sz="2000" dirty="0"/>
              <a:t>- </a:t>
            </a:r>
            <a:r>
              <a:rPr lang="ko-KR" altLang="en-US" sz="2000" dirty="0"/>
              <a:t>배경은 푸른 색 하늘 및 </a:t>
            </a:r>
            <a:r>
              <a:rPr lang="ko-KR" altLang="en-US" sz="2000" dirty="0" err="1"/>
              <a:t>그라데이션</a:t>
            </a:r>
            <a:r>
              <a:rPr lang="ko-KR" altLang="en-US" sz="2000" dirty="0"/>
              <a:t>  </a:t>
            </a:r>
          </a:p>
        </p:txBody>
      </p:sp>
      <p:pic>
        <p:nvPicPr>
          <p:cNvPr id="5" name="그림 4" descr="텍스트, 폰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70EBBD3-8EF2-9D3B-7AF8-7CDD481826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937" y="3023715"/>
            <a:ext cx="11118917" cy="2806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95164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D150FF-F57E-E56B-1D1B-F2D1586DFD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BDCCFA-D19E-A350-E095-F5D144C7A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09" y="75414"/>
            <a:ext cx="10515600" cy="1325563"/>
          </a:xfrm>
        </p:spPr>
        <p:txBody>
          <a:bodyPr/>
          <a:lstStyle/>
          <a:p>
            <a:r>
              <a:rPr lang="ko-KR" altLang="en-US" dirty="0"/>
              <a:t>사례 </a:t>
            </a:r>
            <a:r>
              <a:rPr lang="en-US" altLang="ko-KR" dirty="0"/>
              <a:t>-2</a:t>
            </a:r>
            <a:r>
              <a:rPr lang="ko-KR" altLang="en-US" dirty="0"/>
              <a:t> 크리에이티브 코딩 </a:t>
            </a:r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0348D109-4972-BC83-7A4A-7B37514A5B43}"/>
              </a:ext>
            </a:extLst>
          </p:cNvPr>
          <p:cNvSpPr txBox="1">
            <a:spLocks/>
          </p:cNvSpPr>
          <p:nvPr/>
        </p:nvSpPr>
        <p:spPr>
          <a:xfrm>
            <a:off x="243689" y="96328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2000" dirty="0"/>
              <a:t>레퍼런스 이미지만 전달 한 뒤 참고해서 만들어달라고 한 결과물</a:t>
            </a:r>
          </a:p>
        </p:txBody>
      </p:sp>
      <p:pic>
        <p:nvPicPr>
          <p:cNvPr id="9" name="그림 8" descr="스크린샷, 비눗방울, 블러, 하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50EC91B-5D5A-F6E7-CF66-7068A74609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7452" y="2565031"/>
            <a:ext cx="4145001" cy="2966762"/>
          </a:xfrm>
          <a:prstGeom prst="rect">
            <a:avLst/>
          </a:prstGeom>
        </p:spPr>
      </p:pic>
      <p:pic>
        <p:nvPicPr>
          <p:cNvPr id="11" name="그림 10" descr="비눗방울, 스크린샷, 하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632D920-C1C9-B96B-34D0-B1F6F00057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965" y="2596865"/>
            <a:ext cx="3828544" cy="356968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458DEDA-1743-39F7-F00B-8D39C8C3BC61}"/>
              </a:ext>
            </a:extLst>
          </p:cNvPr>
          <p:cNvSpPr txBox="1"/>
          <p:nvPr/>
        </p:nvSpPr>
        <p:spPr>
          <a:xfrm>
            <a:off x="623936" y="6136255"/>
            <a:ext cx="61835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C:\Users\</a:t>
            </a:r>
            <a:r>
              <a:rPr lang="ko-KR" altLang="en-US" dirty="0"/>
              <a:t>정혜리</a:t>
            </a:r>
            <a:r>
              <a:rPr lang="en-US" altLang="ko-KR" dirty="0"/>
              <a:t>\Desktop\AI </a:t>
            </a:r>
            <a:r>
              <a:rPr lang="ko-KR" altLang="en-US" dirty="0"/>
              <a:t>코딩</a:t>
            </a:r>
            <a:r>
              <a:rPr lang="en-US" altLang="ko-KR" dirty="0"/>
              <a:t>\</a:t>
            </a:r>
            <a:r>
              <a:rPr lang="ko-KR" altLang="en-US" dirty="0"/>
              <a:t>사례 </a:t>
            </a:r>
            <a:r>
              <a:rPr lang="en-US" altLang="ko-KR" dirty="0"/>
              <a:t>2 </a:t>
            </a:r>
            <a:r>
              <a:rPr lang="ko-KR" altLang="en-US" dirty="0"/>
              <a:t>크리에이티브 코딩</a:t>
            </a:r>
            <a:r>
              <a:rPr lang="en-US" altLang="ko-KR" dirty="0"/>
              <a:t>\03_glass_world.html </a:t>
            </a:r>
            <a:r>
              <a:rPr lang="ko-KR" altLang="en-US" dirty="0"/>
              <a:t>작동 필요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D4F5478-53F7-F48B-E0DF-60EA107A1FCE}"/>
              </a:ext>
            </a:extLst>
          </p:cNvPr>
          <p:cNvSpPr txBox="1"/>
          <p:nvPr/>
        </p:nvSpPr>
        <p:spPr>
          <a:xfrm>
            <a:off x="6454366" y="5520223"/>
            <a:ext cx="61835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C:\Users\</a:t>
            </a:r>
            <a:r>
              <a:rPr lang="ko-KR" altLang="en-US" dirty="0"/>
              <a:t>정혜리</a:t>
            </a:r>
            <a:r>
              <a:rPr lang="en-US" altLang="ko-KR" dirty="0"/>
              <a:t>\Desktop\AI </a:t>
            </a:r>
            <a:r>
              <a:rPr lang="ko-KR" altLang="en-US" dirty="0"/>
              <a:t>코딩</a:t>
            </a:r>
            <a:r>
              <a:rPr lang="en-US" altLang="ko-KR" dirty="0"/>
              <a:t>\</a:t>
            </a:r>
            <a:r>
              <a:rPr lang="ko-KR" altLang="en-US" dirty="0"/>
              <a:t>사례 </a:t>
            </a:r>
            <a:r>
              <a:rPr lang="en-US" altLang="ko-KR" dirty="0"/>
              <a:t>2 </a:t>
            </a:r>
            <a:r>
              <a:rPr lang="ko-KR" altLang="en-US" dirty="0"/>
              <a:t>크리에이티브 코딩</a:t>
            </a:r>
            <a:r>
              <a:rPr lang="en-US" altLang="ko-KR" dirty="0"/>
              <a:t>\04_iridescent_bubbles.html </a:t>
            </a:r>
            <a:r>
              <a:rPr lang="ko-KR" altLang="en-US" dirty="0"/>
              <a:t>작동 필요</a:t>
            </a:r>
          </a:p>
        </p:txBody>
      </p:sp>
    </p:spTree>
    <p:extLst>
      <p:ext uri="{BB962C8B-B14F-4D97-AF65-F5344CB8AC3E}">
        <p14:creationId xmlns:p14="http://schemas.microsoft.com/office/powerpoint/2010/main" val="29010896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D63238-BD1B-A423-DFAC-9C1476E427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908D98-05CE-B1F2-A48E-2A3365CF7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09" y="75414"/>
            <a:ext cx="10515600" cy="1325563"/>
          </a:xfrm>
        </p:spPr>
        <p:txBody>
          <a:bodyPr/>
          <a:lstStyle/>
          <a:p>
            <a:r>
              <a:rPr lang="ko-KR" altLang="en-US" dirty="0"/>
              <a:t>사례 </a:t>
            </a:r>
            <a:r>
              <a:rPr lang="en-US" altLang="ko-KR" dirty="0"/>
              <a:t>-2</a:t>
            </a:r>
            <a:r>
              <a:rPr lang="ko-KR" altLang="en-US" dirty="0"/>
              <a:t> 크리에이티브 코딩 </a:t>
            </a:r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FDBF59B5-BD26-9BC2-A190-E096049F8C97}"/>
              </a:ext>
            </a:extLst>
          </p:cNvPr>
          <p:cNvSpPr txBox="1">
            <a:spLocks/>
          </p:cNvSpPr>
          <p:nvPr/>
        </p:nvSpPr>
        <p:spPr>
          <a:xfrm>
            <a:off x="448902" y="1127213"/>
            <a:ext cx="10515600" cy="4951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2000" dirty="0"/>
              <a:t>좀 더 자세한 설명 뒤 만들어준 결과물 </a:t>
            </a:r>
            <a:r>
              <a:rPr lang="en-US" altLang="ko-KR" sz="2000" dirty="0"/>
              <a:t>(</a:t>
            </a:r>
            <a:r>
              <a:rPr lang="ko-KR" altLang="en-US" sz="2000" dirty="0"/>
              <a:t>프롬프트만 사용</a:t>
            </a:r>
            <a:r>
              <a:rPr lang="en-US" altLang="ko-KR" sz="2000" dirty="0"/>
              <a:t>) </a:t>
            </a:r>
            <a:endParaRPr lang="ko-KR" altLang="en-US" sz="2000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CAAF1CA2-3FA0-ADA4-2326-BCA757D4B7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64538" y="2370960"/>
            <a:ext cx="4145001" cy="2713496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59BEFA79-34F0-76A3-9634-B0B84D05C1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952471" y="2370960"/>
            <a:ext cx="4193912" cy="271349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E3DA04D-2E7E-D080-DAED-E9FD046C7A3C}"/>
              </a:ext>
            </a:extLst>
          </p:cNvPr>
          <p:cNvSpPr txBox="1"/>
          <p:nvPr/>
        </p:nvSpPr>
        <p:spPr>
          <a:xfrm>
            <a:off x="6952471" y="5084456"/>
            <a:ext cx="61835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C:\Users\</a:t>
            </a:r>
            <a:r>
              <a:rPr lang="ko-KR" altLang="en-US" dirty="0"/>
              <a:t>정혜리</a:t>
            </a:r>
            <a:r>
              <a:rPr lang="en-US" altLang="ko-KR" dirty="0"/>
              <a:t>\Desktop\AI </a:t>
            </a:r>
            <a:r>
              <a:rPr lang="ko-KR" altLang="en-US" dirty="0"/>
              <a:t>코딩</a:t>
            </a:r>
            <a:r>
              <a:rPr lang="en-US" altLang="ko-KR" dirty="0"/>
              <a:t>\</a:t>
            </a:r>
            <a:r>
              <a:rPr lang="ko-KR" altLang="en-US" dirty="0"/>
              <a:t>사례 </a:t>
            </a:r>
            <a:r>
              <a:rPr lang="en-US" altLang="ko-KR" dirty="0"/>
              <a:t>2 </a:t>
            </a:r>
            <a:r>
              <a:rPr lang="ko-KR" altLang="en-US" dirty="0"/>
              <a:t>크리에이티브 코딩</a:t>
            </a:r>
            <a:r>
              <a:rPr lang="en-US" altLang="ko-KR" dirty="0"/>
              <a:t>\</a:t>
            </a:r>
            <a:r>
              <a:rPr lang="fr-FR" altLang="ko-KR" dirty="0"/>
              <a:t>04_iridescent_bubbles_3d.html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B708F4-C33A-CC28-F6A8-EECBF2E24835}"/>
              </a:ext>
            </a:extLst>
          </p:cNvPr>
          <p:cNvSpPr txBox="1"/>
          <p:nvPr/>
        </p:nvSpPr>
        <p:spPr>
          <a:xfrm>
            <a:off x="77709" y="5072152"/>
            <a:ext cx="61835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C:\Users\</a:t>
            </a:r>
            <a:r>
              <a:rPr lang="ko-KR" altLang="en-US" dirty="0"/>
              <a:t>정혜리</a:t>
            </a:r>
            <a:r>
              <a:rPr lang="en-US" altLang="ko-KR" dirty="0"/>
              <a:t>\Desktop\AI </a:t>
            </a:r>
            <a:r>
              <a:rPr lang="ko-KR" altLang="en-US" dirty="0"/>
              <a:t>코딩</a:t>
            </a:r>
            <a:r>
              <a:rPr lang="en-US" altLang="ko-KR" dirty="0"/>
              <a:t>\</a:t>
            </a:r>
            <a:r>
              <a:rPr lang="ko-KR" altLang="en-US" dirty="0"/>
              <a:t>사례 </a:t>
            </a:r>
            <a:r>
              <a:rPr lang="en-US" altLang="ko-KR" dirty="0"/>
              <a:t>2 </a:t>
            </a:r>
            <a:r>
              <a:rPr lang="ko-KR" altLang="en-US" dirty="0"/>
              <a:t>크리에이티브 코딩</a:t>
            </a:r>
            <a:r>
              <a:rPr lang="en-US" altLang="ko-KR" dirty="0"/>
              <a:t>\03_glass_world_3d.html </a:t>
            </a:r>
            <a:r>
              <a:rPr lang="ko-KR" altLang="en-US" dirty="0"/>
              <a:t>작동 필요</a:t>
            </a:r>
          </a:p>
        </p:txBody>
      </p:sp>
    </p:spTree>
    <p:extLst>
      <p:ext uri="{BB962C8B-B14F-4D97-AF65-F5344CB8AC3E}">
        <p14:creationId xmlns:p14="http://schemas.microsoft.com/office/powerpoint/2010/main" val="34954333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7EE959-5A20-866E-0D01-9C8E2C3343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FC9016-E725-7920-A70C-FAA3BDB807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09" y="75414"/>
            <a:ext cx="10515600" cy="1325563"/>
          </a:xfrm>
        </p:spPr>
        <p:txBody>
          <a:bodyPr/>
          <a:lstStyle/>
          <a:p>
            <a:r>
              <a:rPr lang="en-US" altLang="ko-KR" dirty="0"/>
              <a:t>AI </a:t>
            </a:r>
            <a:r>
              <a:rPr lang="ko-KR" altLang="en-US" dirty="0"/>
              <a:t>코딩을 하며 </a:t>
            </a:r>
            <a:r>
              <a:rPr lang="ko-KR" altLang="en-US" dirty="0" err="1"/>
              <a:t>깨달은점</a:t>
            </a:r>
            <a:endParaRPr lang="ko-KR" altLang="en-US" dirty="0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945A5856-72A8-F0B8-F204-D47113CD86A8}"/>
              </a:ext>
            </a:extLst>
          </p:cNvPr>
          <p:cNvSpPr/>
          <p:nvPr/>
        </p:nvSpPr>
        <p:spPr>
          <a:xfrm>
            <a:off x="1095469" y="2670772"/>
            <a:ext cx="2888056" cy="288805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1DCD0416-F211-64AE-2094-83CB4E707CB7}"/>
              </a:ext>
            </a:extLst>
          </p:cNvPr>
          <p:cNvSpPr/>
          <p:nvPr/>
        </p:nvSpPr>
        <p:spPr>
          <a:xfrm>
            <a:off x="4651972" y="2670772"/>
            <a:ext cx="2888056" cy="288805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0F1133F4-CB15-3833-0DA0-2CF7B43CC647}"/>
              </a:ext>
            </a:extLst>
          </p:cNvPr>
          <p:cNvSpPr/>
          <p:nvPr/>
        </p:nvSpPr>
        <p:spPr>
          <a:xfrm>
            <a:off x="8208475" y="2670772"/>
            <a:ext cx="2888056" cy="288805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2D50B04-FCBC-6E6B-8322-1E856C69FEB4}"/>
              </a:ext>
            </a:extLst>
          </p:cNvPr>
          <p:cNvSpPr txBox="1"/>
          <p:nvPr/>
        </p:nvSpPr>
        <p:spPr>
          <a:xfrm>
            <a:off x="1418376" y="3791634"/>
            <a:ext cx="22813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solidFill>
                  <a:schemeClr val="bg1"/>
                </a:solidFill>
              </a:rPr>
              <a:t>설계가 흐리면</a:t>
            </a:r>
            <a:endParaRPr lang="en-US" altLang="ko-KR" dirty="0">
              <a:solidFill>
                <a:schemeClr val="bg1"/>
              </a:solidFill>
            </a:endParaRPr>
          </a:p>
          <a:p>
            <a:pPr algn="ctr"/>
            <a:r>
              <a:rPr lang="ko-KR" altLang="en-US" dirty="0">
                <a:solidFill>
                  <a:schemeClr val="bg1"/>
                </a:solidFill>
              </a:rPr>
              <a:t>구현도 흐리다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1F7131E-F24A-43F4-CCD4-7E55ECC8A993}"/>
              </a:ext>
            </a:extLst>
          </p:cNvPr>
          <p:cNvSpPr txBox="1"/>
          <p:nvPr/>
        </p:nvSpPr>
        <p:spPr>
          <a:xfrm>
            <a:off x="4591052" y="4068632"/>
            <a:ext cx="30098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AI</a:t>
            </a:r>
            <a:r>
              <a:rPr lang="ko-KR" altLang="en-US" dirty="0">
                <a:solidFill>
                  <a:schemeClr val="bg1"/>
                </a:solidFill>
              </a:rPr>
              <a:t>도 개발자도 같다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1C6E7F0-02F2-84F9-AE1F-756827DA0FD1}"/>
              </a:ext>
            </a:extLst>
          </p:cNvPr>
          <p:cNvSpPr txBox="1"/>
          <p:nvPr/>
        </p:nvSpPr>
        <p:spPr>
          <a:xfrm>
            <a:off x="8727744" y="3780813"/>
            <a:ext cx="184951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solidFill>
                  <a:schemeClr val="bg1"/>
                </a:solidFill>
              </a:rPr>
              <a:t>요구사항은</a:t>
            </a:r>
            <a:endParaRPr lang="en-US" altLang="ko-KR" dirty="0">
              <a:solidFill>
                <a:schemeClr val="bg1"/>
              </a:solidFill>
            </a:endParaRPr>
          </a:p>
          <a:p>
            <a:pPr algn="ctr"/>
            <a:r>
              <a:rPr lang="ko-KR" altLang="en-US" dirty="0">
                <a:solidFill>
                  <a:schemeClr val="bg1"/>
                </a:solidFill>
              </a:rPr>
              <a:t> 곧 </a:t>
            </a:r>
            <a:endParaRPr lang="en-US" altLang="ko-KR" dirty="0">
              <a:solidFill>
                <a:schemeClr val="bg1"/>
              </a:solidFill>
            </a:endParaRPr>
          </a:p>
          <a:p>
            <a:pPr algn="ctr"/>
            <a:r>
              <a:rPr lang="ko-KR" altLang="en-US" dirty="0">
                <a:solidFill>
                  <a:schemeClr val="bg1"/>
                </a:solidFill>
              </a:rPr>
              <a:t>품질이다</a:t>
            </a:r>
          </a:p>
        </p:txBody>
      </p:sp>
    </p:spTree>
    <p:extLst>
      <p:ext uri="{BB962C8B-B14F-4D97-AF65-F5344CB8AC3E}">
        <p14:creationId xmlns:p14="http://schemas.microsoft.com/office/powerpoint/2010/main" val="4336340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258967-6563-45EE-01F6-8D38CC65F9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3372CB-B1E1-B3E5-6DC7-8C3F03E97D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1741" y="75414"/>
            <a:ext cx="10515600" cy="1325563"/>
          </a:xfrm>
        </p:spPr>
        <p:txBody>
          <a:bodyPr/>
          <a:lstStyle/>
          <a:p>
            <a:r>
              <a:rPr lang="ko-KR" altLang="en-US" dirty="0"/>
              <a:t>최종 목표 </a:t>
            </a:r>
            <a:r>
              <a:rPr lang="en-US" altLang="ko-KR" dirty="0"/>
              <a:t>– </a:t>
            </a:r>
            <a:r>
              <a:rPr lang="ko-KR" altLang="en-US" dirty="0"/>
              <a:t>첫번째 </a:t>
            </a: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1EADCEE5-7140-CA03-AC1C-E20E0C27AF1E}"/>
              </a:ext>
            </a:extLst>
          </p:cNvPr>
          <p:cNvSpPr txBox="1">
            <a:spLocks/>
          </p:cNvSpPr>
          <p:nvPr/>
        </p:nvSpPr>
        <p:spPr>
          <a:xfrm>
            <a:off x="448902" y="1127212"/>
            <a:ext cx="10515600" cy="39040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2000" dirty="0"/>
              <a:t>아이돌 </a:t>
            </a:r>
            <a:r>
              <a:rPr lang="ko-KR" altLang="en-US" sz="2000" dirty="0" err="1"/>
              <a:t>인생네컷이</a:t>
            </a:r>
            <a:r>
              <a:rPr lang="ko-KR" altLang="en-US" sz="2000" dirty="0"/>
              <a:t> 컴백 팝업 필수로 자리잡음 </a:t>
            </a:r>
            <a:endParaRPr lang="en-US" altLang="ko-KR" sz="2000" dirty="0"/>
          </a:p>
          <a:p>
            <a:r>
              <a:rPr lang="ko-KR" altLang="en-US" sz="2000" dirty="0"/>
              <a:t>단</a:t>
            </a:r>
            <a:r>
              <a:rPr lang="en-US" altLang="ko-KR" sz="2000" dirty="0"/>
              <a:t>, </a:t>
            </a:r>
            <a:r>
              <a:rPr lang="ko-KR" altLang="en-US" sz="2000" dirty="0"/>
              <a:t>포즈가 이미 정해져 있어 팬들이 제한 시간내에 포즈를 맞춰서 촬영하기 </a:t>
            </a:r>
            <a:r>
              <a:rPr lang="ko-KR" altLang="en-US" sz="2000" dirty="0" err="1"/>
              <a:t>쉽지않음</a:t>
            </a:r>
            <a:r>
              <a:rPr lang="ko-KR" altLang="en-US" sz="2000" dirty="0"/>
              <a:t> </a:t>
            </a:r>
            <a:endParaRPr lang="en-US" altLang="ko-KR" sz="2000" dirty="0"/>
          </a:p>
          <a:p>
            <a:r>
              <a:rPr lang="ko-KR" altLang="en-US" sz="2000" dirty="0"/>
              <a:t>이를 해결하고자 사용자의 모션을 인식하여 포즈를 맞춰주는 기능</a:t>
            </a:r>
            <a:endParaRPr lang="en-US" altLang="ko-KR" sz="2000" dirty="0"/>
          </a:p>
          <a:p>
            <a:endParaRPr lang="en-US" altLang="ko-KR" sz="2000" dirty="0"/>
          </a:p>
          <a:p>
            <a:r>
              <a:rPr lang="ko-KR" altLang="en-US" sz="2000" dirty="0"/>
              <a:t>현재 간략하게 </a:t>
            </a:r>
            <a:r>
              <a:rPr lang="ko-KR" altLang="en-US" sz="2000" dirty="0" err="1"/>
              <a:t>만들어봄</a:t>
            </a:r>
            <a:r>
              <a:rPr lang="ko-KR" altLang="en-US" sz="2000" dirty="0"/>
              <a:t> </a:t>
            </a:r>
            <a:br>
              <a:rPr lang="en-US" altLang="ko-KR" sz="2000" dirty="0"/>
            </a:br>
            <a:r>
              <a:rPr lang="ko-KR" altLang="en-US" sz="2000" dirty="0">
                <a:hlinkClick r:id="rId2"/>
              </a:rPr>
              <a:t>✨ 아이돌 </a:t>
            </a:r>
            <a:r>
              <a:rPr lang="ko-KR" altLang="en-US" sz="2000" dirty="0" err="1">
                <a:hlinkClick r:id="rId2"/>
              </a:rPr>
              <a:t>인생네컷</a:t>
            </a:r>
            <a:br>
              <a:rPr lang="en-US" altLang="ko-KR" sz="2000" dirty="0"/>
            </a:br>
            <a:br>
              <a:rPr lang="en-US" altLang="ko-KR" sz="2000" dirty="0"/>
            </a:br>
            <a:r>
              <a:rPr lang="ko-KR" altLang="en-US" sz="2000" dirty="0"/>
              <a:t>풀어봐야 </a:t>
            </a:r>
            <a:r>
              <a:rPr lang="ko-KR" altLang="en-US" sz="2000" dirty="0" err="1"/>
              <a:t>할것</a:t>
            </a:r>
            <a:r>
              <a:rPr lang="ko-KR" altLang="en-US" sz="2000" dirty="0"/>
              <a:t> </a:t>
            </a:r>
            <a:endParaRPr lang="en-US" altLang="ko-KR" sz="2000" dirty="0"/>
          </a:p>
          <a:p>
            <a:pPr marL="457200" indent="-457200">
              <a:buAutoNum type="arabicPeriod"/>
            </a:pPr>
            <a:r>
              <a:rPr lang="ko-KR" altLang="en-US" sz="2000" dirty="0"/>
              <a:t>아이돌 이미지 저작권</a:t>
            </a:r>
            <a:r>
              <a:rPr lang="en-US" altLang="ko-KR" sz="2000" dirty="0"/>
              <a:t>? </a:t>
            </a:r>
          </a:p>
          <a:p>
            <a:pPr marL="457200" indent="-457200">
              <a:buAutoNum type="arabicPeriod"/>
            </a:pPr>
            <a:r>
              <a:rPr lang="ko-KR" altLang="en-US" sz="2000" dirty="0"/>
              <a:t>전신 모션 가능한지</a:t>
            </a:r>
            <a:endParaRPr lang="en-US" altLang="ko-KR" sz="2000" dirty="0"/>
          </a:p>
          <a:p>
            <a:pPr marL="457200" indent="-457200">
              <a:buAutoNum type="arabicPeriod"/>
            </a:pPr>
            <a:r>
              <a:rPr lang="ko-KR" altLang="en-US" sz="2000" dirty="0"/>
              <a:t>사용자의 포즈에 맞춰</a:t>
            </a:r>
            <a:br>
              <a:rPr lang="en-US" altLang="ko-KR" sz="2000" dirty="0"/>
            </a:br>
            <a:r>
              <a:rPr lang="ko-KR" altLang="en-US" sz="2000" dirty="0"/>
              <a:t>포즈 변경이 가능할지 등등  </a:t>
            </a:r>
            <a:endParaRPr lang="en-US" altLang="ko-KR" sz="2000" dirty="0"/>
          </a:p>
          <a:p>
            <a:endParaRPr lang="ko-KR" altLang="en-US" sz="2000" dirty="0"/>
          </a:p>
        </p:txBody>
      </p:sp>
      <p:pic>
        <p:nvPicPr>
          <p:cNvPr id="7" name="그림 6" descr="텍스트, 스크린샷, 소프트웨어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50CF1C5-7C86-9F54-84A7-A783355D5F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5810" y="2344134"/>
            <a:ext cx="6522134" cy="3904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16546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DE1BB5-DD81-3B19-7609-D7381D69DD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F959389D-6821-D380-51AD-F020EAD51258}"/>
              </a:ext>
            </a:extLst>
          </p:cNvPr>
          <p:cNvSpPr txBox="1">
            <a:spLocks/>
          </p:cNvSpPr>
          <p:nvPr/>
        </p:nvSpPr>
        <p:spPr>
          <a:xfrm>
            <a:off x="448902" y="1127213"/>
            <a:ext cx="10515600" cy="11995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2000" dirty="0" err="1"/>
              <a:t>기획를</a:t>
            </a:r>
            <a:r>
              <a:rPr lang="ko-KR" altLang="en-US" sz="2000" dirty="0"/>
              <a:t> 진행하면서 </a:t>
            </a:r>
            <a:endParaRPr lang="en-US" altLang="ko-KR" sz="2000" dirty="0"/>
          </a:p>
          <a:p>
            <a:r>
              <a:rPr lang="ko-KR" altLang="en-US" sz="2000" dirty="0"/>
              <a:t>정책 및 작성 피드백을 전 달 받을 수 잇는 웹사이트 </a:t>
            </a:r>
          </a:p>
        </p:txBody>
      </p:sp>
      <p:pic>
        <p:nvPicPr>
          <p:cNvPr id="5" name="그림 4" descr="텍스트, 스크린샷, 소프트웨어, 웹 페이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DBA9ADC-EAC8-585B-8283-9298A64C3A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4819" y="2121810"/>
            <a:ext cx="6549542" cy="4736190"/>
          </a:xfrm>
          <a:prstGeom prst="rect">
            <a:avLst/>
          </a:prstGeom>
        </p:spPr>
      </p:pic>
      <p:sp>
        <p:nvSpPr>
          <p:cNvPr id="7" name="제목 1">
            <a:extLst>
              <a:ext uri="{FF2B5EF4-FFF2-40B4-BE49-F238E27FC236}">
                <a16:creationId xmlns:a16="http://schemas.microsoft.com/office/drawing/2014/main" id="{E5D0A182-F07D-3BA1-0B97-9CC15D8ED7E9}"/>
              </a:ext>
            </a:extLst>
          </p:cNvPr>
          <p:cNvSpPr txBox="1">
            <a:spLocks/>
          </p:cNvSpPr>
          <p:nvPr/>
        </p:nvSpPr>
        <p:spPr>
          <a:xfrm>
            <a:off x="421741" y="7541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/>
              <a:t>최종 목표 </a:t>
            </a:r>
            <a:r>
              <a:rPr lang="en-US" altLang="ko-KR" dirty="0"/>
              <a:t>– </a:t>
            </a:r>
            <a:r>
              <a:rPr lang="ko-KR" altLang="en-US" dirty="0"/>
              <a:t>첫번째 </a:t>
            </a:r>
          </a:p>
        </p:txBody>
      </p:sp>
    </p:spTree>
    <p:extLst>
      <p:ext uri="{BB962C8B-B14F-4D97-AF65-F5344CB8AC3E}">
        <p14:creationId xmlns:p14="http://schemas.microsoft.com/office/powerpoint/2010/main" val="24507549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828</TotalTime>
  <Words>480</Words>
  <Application>Microsoft Office PowerPoint</Application>
  <PresentationFormat>와이드스크린</PresentationFormat>
  <Paragraphs>72</Paragraphs>
  <Slides>15</Slides>
  <Notes>0</Notes>
  <HiddenSlides>0</HiddenSlides>
  <MMClips>0</MMClips>
  <ScaleCrop>false</ScaleCrop>
  <HeadingPairs>
    <vt:vector size="8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19" baseType="lpstr">
      <vt:lpstr>맑은 고딕</vt:lpstr>
      <vt:lpstr>Arial</vt:lpstr>
      <vt:lpstr>Office 테마</vt:lpstr>
      <vt:lpstr>Worksheet</vt:lpstr>
      <vt:lpstr>AI 코딩,  요구사항의 해상도가 결과를 결정한다</vt:lpstr>
      <vt:lpstr>왜 AI 코딩을 하려고 하는가?  </vt:lpstr>
      <vt:lpstr>AI 코딩으로 기대한 것들</vt:lpstr>
      <vt:lpstr>하지만 현실은? </vt:lpstr>
      <vt:lpstr>사례 -1 로그인 페이지 </vt:lpstr>
      <vt:lpstr>사례 -1 로그인 페이지 누락된 기능들  </vt:lpstr>
      <vt:lpstr>사례 -1 기능 정의서를 새로 작성해서 만들어 달라고 한 로그인 페이지 </vt:lpstr>
      <vt:lpstr>사례 -1 기능 정의서를 새로 작성해서 만들어 달라고 한 로그인 페이지 </vt:lpstr>
      <vt:lpstr>사례 -2 크리에이티브 코딩 </vt:lpstr>
      <vt:lpstr>사례 -2 크리에이티브 코딩 </vt:lpstr>
      <vt:lpstr>사례 -2 크리에이티브 코딩 </vt:lpstr>
      <vt:lpstr>사례 -2 크리에이티브 코딩 </vt:lpstr>
      <vt:lpstr>AI 코딩을 하며 깨달은점</vt:lpstr>
      <vt:lpstr>최종 목표 – 첫번째 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zrc</dc:creator>
  <cp:lastModifiedBy>zrc</cp:lastModifiedBy>
  <cp:revision>13</cp:revision>
  <dcterms:created xsi:type="dcterms:W3CDTF">2026-02-13T15:09:31Z</dcterms:created>
  <dcterms:modified xsi:type="dcterms:W3CDTF">2026-02-23T13:08:56Z</dcterms:modified>
</cp:coreProperties>
</file>